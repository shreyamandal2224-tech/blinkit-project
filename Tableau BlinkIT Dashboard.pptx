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>
            <a:extLst>
              <a:ext uri="{FF2B5EF4-FFF2-40B4-BE49-F238E27FC236}">
                <a16:creationId xmlns:a16="http://schemas.microsoft.com/office/drawing/2014/main" id="{FF139D41-BE2A-4191-BEE9-20AE80463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88" y="0"/>
            <a:ext cx="10428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>
            <a:extLst>
              <a:ext uri="{FF2B5EF4-FFF2-40B4-BE49-F238E27FC236}">
                <a16:creationId xmlns:a16="http://schemas.microsoft.com/office/drawing/2014/main" id="{265623EA-270A-4C20-8A92-491819631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30" y="0"/>
            <a:ext cx="118021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>
            <a:extLst>
              <a:ext uri="{FF2B5EF4-FFF2-40B4-BE49-F238E27FC236}">
                <a16:creationId xmlns:a16="http://schemas.microsoft.com/office/drawing/2014/main" id="{AF3328B2-8164-47EA-BD45-2FFC1BEAF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20" y="0"/>
            <a:ext cx="10630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>
            <a:extLst>
              <a:ext uri="{FF2B5EF4-FFF2-40B4-BE49-F238E27FC236}">
                <a16:creationId xmlns:a16="http://schemas.microsoft.com/office/drawing/2014/main" id="{12388059-52B9-4501-B631-EE19E5866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3" y="0"/>
            <a:ext cx="10580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>
            <a:extLst>
              <a:ext uri="{FF2B5EF4-FFF2-40B4-BE49-F238E27FC236}">
                <a16:creationId xmlns:a16="http://schemas.microsoft.com/office/drawing/2014/main" id="{D5CB5574-CC9F-4293-89C8-D97DD92F8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1" y="0"/>
            <a:ext cx="109436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>
            <a:extLst>
              <a:ext uri="{FF2B5EF4-FFF2-40B4-BE49-F238E27FC236}">
                <a16:creationId xmlns:a16="http://schemas.microsoft.com/office/drawing/2014/main" id="{2200358C-A0C9-4FCF-B13F-2C219DFB1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423" y="0"/>
            <a:ext cx="7019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>
            <a:extLst>
              <a:ext uri="{FF2B5EF4-FFF2-40B4-BE49-F238E27FC236}">
                <a16:creationId xmlns:a16="http://schemas.microsoft.com/office/drawing/2014/main" id="{E15A84F3-9F8C-4F34-9056-AE906346A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94" y="0"/>
            <a:ext cx="10262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>
            <a:extLst>
              <a:ext uri="{FF2B5EF4-FFF2-40B4-BE49-F238E27FC236}">
                <a16:creationId xmlns:a16="http://schemas.microsoft.com/office/drawing/2014/main" id="{B55AEBD1-60EF-413C-881F-0908062A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92" y="0"/>
            <a:ext cx="10394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>
            <a:extLst>
              <a:ext uri="{FF2B5EF4-FFF2-40B4-BE49-F238E27FC236}">
                <a16:creationId xmlns:a16="http://schemas.microsoft.com/office/drawing/2014/main" id="{FE5D1555-BB5B-4BBF-993C-84FED2891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" y="0"/>
            <a:ext cx="12147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>
            <a:extLst>
              <a:ext uri="{FF2B5EF4-FFF2-40B4-BE49-F238E27FC236}">
                <a16:creationId xmlns:a16="http://schemas.microsoft.com/office/drawing/2014/main" id="{EEA6D5A0-1B89-4130-8C1B-9834CED9D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" y="0"/>
            <a:ext cx="12147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>
            <a:extLst>
              <a:ext uri="{FF2B5EF4-FFF2-40B4-BE49-F238E27FC236}">
                <a16:creationId xmlns:a16="http://schemas.microsoft.com/office/drawing/2014/main" id="{F7EF5A83-7394-4AA5-9B9F-2EA2EB12E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" y="0"/>
            <a:ext cx="12147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>
            <a:extLst>
              <a:ext uri="{FF2B5EF4-FFF2-40B4-BE49-F238E27FC236}">
                <a16:creationId xmlns:a16="http://schemas.microsoft.com/office/drawing/2014/main" id="{656F25A2-0B3C-42FB-815E-1F3DEEB03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" y="0"/>
            <a:ext cx="12147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>
            <a:extLst>
              <a:ext uri="{FF2B5EF4-FFF2-40B4-BE49-F238E27FC236}">
                <a16:creationId xmlns:a16="http://schemas.microsoft.com/office/drawing/2014/main" id="{929FC972-02A0-4F5B-8B52-2422AA0F5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98"/>
            <a:ext cx="12192000" cy="612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>
            <a:extLst>
              <a:ext uri="{FF2B5EF4-FFF2-40B4-BE49-F238E27FC236}">
                <a16:creationId xmlns:a16="http://schemas.microsoft.com/office/drawing/2014/main" id="{ABA38873-D03D-459A-BF6C-AC640E9F1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98"/>
            <a:ext cx="12192000" cy="612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DIVYANSHU MAURYA</dc:creator>
  <cp:lastModifiedBy>DIVYANSHU MAURYA</cp:lastModifiedBy>
  <cp:revision>2</cp:revision>
  <dcterms:created xsi:type="dcterms:W3CDTF">2025-09-22T05:16:59Z</dcterms:created>
  <dcterms:modified xsi:type="dcterms:W3CDTF">2025-12-14T14:59:54Z</dcterms:modified>
</cp:coreProperties>
</file>